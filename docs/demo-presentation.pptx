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NOODLES CRYPTO ANALYTICS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social-engagement analytics pipeline for cryptocurrencies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ETL  →  MySQL Star Schema  →  Power BI Dashboards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Pavendhar Tamilarasu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1081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Studio Internship  ·  Data &amp; BI 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24912" cy="4206240"/>
          </a:xfrm>
          <a:prstGeom prst="roundRect">
            <a:avLst>
              <a:gd name="adj" fmla="val 4027"/>
            </a:avLst>
          </a:prstGeom>
          <a:solidFill>
            <a:srgbClr val="F4F5F7"/>
          </a:solidFill>
          <a:ln w="12700">
            <a:solidFill>
              <a:srgbClr val="E5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1460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2677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automated pipeline that measures how much social-media attention each cryptocurrency gets on Twitter and Reddit.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38144" y="1600200"/>
            <a:ext cx="2724912" cy="4206240"/>
          </a:xfrm>
          <a:prstGeom prst="roundRect">
            <a:avLst>
              <a:gd name="adj" fmla="val 4027"/>
            </a:avLst>
          </a:prstGeom>
          <a:solidFill>
            <a:srgbClr val="F4F5F7"/>
          </a:solidFill>
          <a:ln w="12700">
            <a:solidFill>
              <a:srgbClr val="E5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66744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0684A"/>
          </a:solidFill>
          <a:ln/>
        </p:spPr>
      </p:sp>
      <p:sp>
        <p:nvSpPr>
          <p:cNvPr id="10" name="Text 8"/>
          <p:cNvSpPr/>
          <p:nvPr/>
        </p:nvSpPr>
        <p:spPr>
          <a:xfrm>
            <a:off x="3666744" y="251460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6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66744" y="2880360"/>
            <a:ext cx="22677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cross-referencing scattered JSON exports is slow and error-prone — this turns raw exports into a queryable warehouse and live dashboards.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27648" y="1600200"/>
            <a:ext cx="2724912" cy="4206240"/>
          </a:xfrm>
          <a:prstGeom prst="roundRect">
            <a:avLst>
              <a:gd name="adj" fmla="val 4027"/>
            </a:avLst>
          </a:prstGeom>
          <a:solidFill>
            <a:srgbClr val="F4F5F7"/>
          </a:solidFill>
          <a:ln w="12700">
            <a:solidFill>
              <a:srgbClr val="E5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6248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48" y="251460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6248" y="2880360"/>
            <a:ext cx="22677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pandas for ETL, a MySQL star schema for storage, Power BI + DAX for interactive reporting.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17152" y="1600200"/>
            <a:ext cx="2724912" cy="4206240"/>
          </a:xfrm>
          <a:prstGeom prst="roundRect">
            <a:avLst>
              <a:gd name="adj" fmla="val 4027"/>
            </a:avLst>
          </a:prstGeom>
          <a:solidFill>
            <a:srgbClr val="F4F5F7"/>
          </a:solidFill>
          <a:ln w="12700">
            <a:solidFill>
              <a:srgbClr val="E5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45752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6558C"/>
          </a:solidFill>
          <a:ln/>
        </p:spPr>
      </p:sp>
      <p:sp>
        <p:nvSpPr>
          <p:cNvPr id="18" name="Text 16"/>
          <p:cNvSpPr/>
          <p:nvPr/>
        </p:nvSpPr>
        <p:spPr>
          <a:xfrm>
            <a:off x="9445752" y="251460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65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45752" y="2880360"/>
            <a:ext cx="22677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2,682 engagement records across 33 active currencies, 4 SQL views, 19 DAX measures, 2 published Power BI reports, 100% data-quality score.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engagement data,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easy way to compare currencies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450592"/>
            <a:ext cx="146304" cy="146304"/>
          </a:xfrm>
          <a:prstGeom prst="ellipse">
            <a:avLst/>
          </a:prstGeom>
          <a:solidFill>
            <a:srgbClr val="E068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21488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Currency, Twitter, and Reddit data arrive as three separate JSON exports with no shared structure.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438144"/>
            <a:ext cx="146304" cy="146304"/>
          </a:xfrm>
          <a:prstGeom prst="ellipse">
            <a:avLst/>
          </a:prstGeom>
          <a:solidFill>
            <a:srgbClr val="E0684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363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3136392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reliable, repeatable way to join them, calculate real engagement scores, and rank currencies by buzz.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425696"/>
            <a:ext cx="146304" cy="146304"/>
          </a:xfrm>
          <a:prstGeom prst="ellipse">
            <a:avLst/>
          </a:prstGeom>
          <a:solidFill>
            <a:srgbClr val="E068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23944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4123944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and stakeholders who want a dashboard, not raw JSON files.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413248"/>
            <a:ext cx="146304" cy="146304"/>
          </a:xfrm>
          <a:prstGeom prst="ellipse">
            <a:avLst/>
          </a:prstGeom>
          <a:solidFill>
            <a:srgbClr val="E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111496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5111496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trustworthy warehouse (verified referential integrity) feeding dashboards that load in under 3 seconds.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layers, source to dashboard</a:t>
            </a:r>
            <a:endParaRPr lang="en-US" sz="2700" dirty="0"/>
          </a:p>
        </p:txBody>
      </p:sp>
      <p:pic>
        <p:nvPicPr>
          <p:cNvPr id="4" name="Image 0" descr="/home/claude/docs/architecture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46120" y="1417320"/>
            <a:ext cx="566928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146304" cy="146304"/>
          </a:xfrm>
          <a:prstGeom prst="ellipse">
            <a:avLst/>
          </a:prstGeom>
          <a:solidFill>
            <a:srgbClr val="9C998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27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181965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JSON files: currencies, tweets, Reddit posts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578608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597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2752344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— schema normalization, symbol cleanup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511296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924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960" y="368503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star schema — 3 dims + 1 fact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443984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3251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2960" y="46177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views built in Python, sized for BI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376672"/>
            <a:ext cx="146304" cy="146304"/>
          </a:xfrm>
          <a:prstGeom prst="ellipse">
            <a:avLst/>
          </a:prstGeom>
          <a:solidFill>
            <a:srgbClr val="D6558C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257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22960" y="555040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Desktop, ODBC connection, DAX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fact table at the centre, three dimensions describing it. Grain: one row per social media post.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709160" y="28803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29992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FactSocialEngagement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33375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4D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2,682 rows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4D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 · Retweets · Comments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4D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 · EngagementScore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8188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DimCurrency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13892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AF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rows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AF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Symbol, Name, Supply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4709160"/>
            <a:ext cx="914400" cy="1234440"/>
          </a:xfrm>
          <a:prstGeom prst="roundRect">
            <a:avLst>
              <a:gd name="adj" fmla="val 10000"/>
            </a:avLst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48188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DimDate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513892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AF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1,300+ rows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AF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Year, Quarter, Month, Day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0" y="4709160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48188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0" y="513892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AF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rows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AF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Twitter, Reddit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H="1">
            <a:off x="1165860" y="4251960"/>
            <a:ext cx="4137660" cy="457200"/>
          </a:xfrm>
          <a:prstGeom prst="line">
            <a:avLst/>
          </a:prstGeom>
          <a:noFill/>
          <a:ln w="19050">
            <a:solidFill>
              <a:srgbClr val="C9C4F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H="1">
            <a:off x="5166360" y="4251960"/>
            <a:ext cx="914400" cy="457200"/>
          </a:xfrm>
          <a:prstGeom prst="line">
            <a:avLst/>
          </a:prstGeom>
          <a:noFill/>
          <a:ln w="19050">
            <a:solidFill>
              <a:srgbClr val="C9C4F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858000" y="4251960"/>
            <a:ext cx="2628900" cy="457200"/>
          </a:xfrm>
          <a:prstGeom prst="line">
            <a:avLst/>
          </a:prstGeom>
          <a:noFill/>
          <a:ln w="19050">
            <a:solidFill>
              <a:srgbClr val="C9C4F5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ETL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Extract, clean, load — in 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4480560"/>
          </a:xfrm>
          <a:prstGeom prst="roundRect">
            <a:avLst>
              <a:gd name="adj" fmla="val 1633"/>
            </a:avLst>
          </a:prstGeom>
          <a:solidFill>
            <a:srgbClr val="12152A"/>
          </a:solidFill>
          <a:ln w="12700">
            <a:solidFill>
              <a:srgbClr val="2B2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54864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normalize_symbol(x):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isinstance(x, str):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None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x.upper().strip()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re.sub(r"^[#$]", "", x)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re.sub(r"(USDT|USD|BTC|ETH)$", "", x)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if len(x) &gt;= 2 else None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df_twitter["NormalizedSymbol"] = (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df_twitter["tokenSymbol"]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.apply(normalize_symbol)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 = df_twitter.merge(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dim_currency,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left_on="NormalizedSymbol",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right_on="TokenSymbol",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how="inner"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matching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Regex-normalized tokenSymbol so tweets join cleanly to DimCurrency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0" y="2770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0" y="309067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to_safe_text() guards against list/dict/NaN values before MySQL insert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0" y="384962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0" y="4169664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Orphan-FK, null-metric, and duplicate-PostId scans before load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0" y="49286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0" y="5248656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completes in under a minute on this dataset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Verified, not assumed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108960" cy="4206240"/>
          </a:xfrm>
          <a:prstGeom prst="roundRect">
            <a:avLst>
              <a:gd name="adj" fmla="val 3529"/>
            </a:avLst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317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AF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AF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2,682 / 2,682 records passed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AF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check, zero rejects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1792224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64592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orphaned foreign keys — every FactSocialEngagement row points to a real currency, date, and platform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23360" y="2633472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487168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null Likes or EngagementScore values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23360" y="3474720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3328416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PostId values within the same platform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023360" y="4315968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4169664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Twitter's public_metrics correctly normalized — total_likes = 7,284, avg score = 18.89 (not zero)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023360" y="5157216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5010912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vw_PlatformDaily verified to span multiple distinct days per platform before being used for trend charts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— TOP PERFORMERS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 page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452360" cy="5074920"/>
          </a:xfrm>
          <a:prstGeom prst="roundRect">
            <a:avLst>
              <a:gd name="adj" fmla="val 1441"/>
            </a:avLst>
          </a:prstGeom>
          <a:solidFill>
            <a:srgbClr val="F4F5F7"/>
          </a:solidFill>
          <a:ln w="12700">
            <a:solidFill>
              <a:srgbClr val="E5E7EC"/>
            </a:solidFill>
            <a:prstDash val="solid"/>
          </a:ln>
        </p:spPr>
      </p:sp>
      <p:pic>
        <p:nvPicPr>
          <p:cNvPr id="5" name="Image 0" descr="/home/claude/pptx_build/images/Executive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54480"/>
            <a:ext cx="717804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5320" y="1691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75320" y="21305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engagements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75320" y="2743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75320" y="31821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currencies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75320" y="3794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6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25.99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75320" y="4233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engagement score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75320" y="4846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5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MIMUSD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75320" y="52852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top-ranked currency (288)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75320" y="59893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Sorted, Top-10 filtered bar chart, and KPI cards built from a dedicated DAX measure library.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— PLATFORM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 vs Reddit, over real time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3246120"/>
          </a:xfrm>
          <a:prstGeom prst="roundRect">
            <a:avLst>
              <a:gd name="adj" fmla="val 2254"/>
            </a:avLst>
          </a:prstGeom>
          <a:solidFill>
            <a:srgbClr val="F4F5F7"/>
          </a:solidFill>
          <a:ln w="12700">
            <a:solidFill>
              <a:srgbClr val="E5E7EC"/>
            </a:solidFill>
            <a:prstDash val="solid"/>
          </a:ln>
        </p:spPr>
      </p:sp>
      <p:pic>
        <p:nvPicPr>
          <p:cNvPr id="5" name="Image 0" descr="/home/claude/pptx_build/images/Dashboard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36192"/>
            <a:ext cx="667512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0060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the classic bug: built on vw_PlatformDaily[FullDate], not the LastEngagement load-timestamp column — so the trend line shows real dates, not a single flat point.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680960" y="1417320"/>
            <a:ext cx="3977640" cy="5029200"/>
          </a:xfrm>
          <a:prstGeom prst="roundRect">
            <a:avLst>
              <a:gd name="adj" fmla="val 1839"/>
            </a:avLst>
          </a:prstGeom>
          <a:solidFill>
            <a:srgbClr val="1B1F3B"/>
          </a:solidFill>
          <a:ln/>
        </p:spPr>
      </p:sp>
      <p:sp>
        <p:nvSpPr>
          <p:cNvPr id="8" name="Text 5"/>
          <p:cNvSpPr/>
          <p:nvPr/>
        </p:nvSpPr>
        <p:spPr>
          <a:xfrm>
            <a:off x="790956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comparison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09560" y="241401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1,538 posts   ·   13,519 likes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score 320.28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0956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09560" y="346557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1,144 posts   ·   7,284 likes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score 700.14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09560" y="43434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4D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Reddit wins on volume; Twitter posts earn more engagement per post.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actually shows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7830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drives volume, Twitter drives quality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13055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logged 1,538 posts vs Twitter's 1,144 — but Twitter's average engagement score (700.14) is more than double Reddit's (320.28).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218688"/>
            <a:ext cx="146304" cy="146304"/>
          </a:xfrm>
          <a:prstGeom prst="ellipse">
            <a:avLst/>
          </a:prstGeom>
          <a:solidFill>
            <a:srgbClr val="E0684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9864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is heavily concentrated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24612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Internet Money (MIMUSD) alone accounts for 288 of 2,682 total engagements — about 1 in 9 — despite 33 currencies being active.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334256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014216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42% of tracked currencies have any social presence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361688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of the 78 currencies loaded from Task 5 show zero engagement — most crypto tokens in this dataset get no social attention at all.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449824"/>
            <a:ext cx="146304" cy="146304"/>
          </a:xfrm>
          <a:prstGeom prst="ellipse">
            <a:avLst/>
          </a:prstGeom>
          <a:solidFill>
            <a:srgbClr val="D6558C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5129784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windows differ by platform, and that matters for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5477256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data spans 2020–2025 (617 distinct days); Twitter only spans Oct–Nov 2025 (11 days) — any fair platform comparison needs a matched date range.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F2445"/>
          </a:solidFill>
          <a:ln w="12700">
            <a:solidFill>
              <a:srgbClr val="343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rows loaded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(1,144 Twitter + 1,538 Reddit)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F2445"/>
          </a:solidFill>
          <a:ln w="12700">
            <a:solidFill>
              <a:srgbClr val="34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8745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26280" y="26517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views built for Power BI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(vw_ExecutiveDashboard, vw_TimeSeries,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vw_SocialAnalytics, vw_PlatformDaily)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F2445"/>
          </a:solidFill>
          <a:ln w="12700">
            <a:solidFill>
              <a:srgbClr val="343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8745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75320" y="26517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KPI, time-intelligence, ranking, tooltip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F2445"/>
          </a:solidFill>
          <a:ln w="12700">
            <a:solidFill>
              <a:srgbClr val="343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4348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77240" y="52120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relationships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3 dimensions + 4 views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42519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F2445"/>
          </a:solidFill>
          <a:ln w="12700">
            <a:solidFill>
              <a:srgbClr val="343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4348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26280" y="52120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reports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pages, drill-through, slicers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42519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F2445"/>
          </a:solidFill>
          <a:ln w="12700">
            <a:solidFill>
              <a:srgbClr val="343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44348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275320" y="52120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score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orphaned or duplicate records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427024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Noodles Crypto Analytics — MVP Studio Internship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05_data_warehouse_design.ipynb, 06_powerbi_prep.ipynb, 2 Power BI reports, full docs/ suite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303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FE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52760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Pavendhar Tamilarasu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2026-08-19T04:07:09Z</dcterms:created>
  <dcterms:modified xsi:type="dcterms:W3CDTF">2026-08-19T04:07:09Z</dcterms:modified>
</cp:coreProperties>
</file>